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4:39:52.3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171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svg"/><Relationship Id="rId9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sv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726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Car Rental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76769"/>
            <a:ext cx="32157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Java Console Application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37126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Biswajit Kundu (Roll No. 49, Section A)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98931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Department: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Information Technology | </a:t>
            </a: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Subject Code: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PCCCS495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35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25998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20604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363986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What is it?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850487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Console-based system managing car rentals, availability tracking, and bookings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225998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443776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942" y="363986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Purpose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4850487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OOP principles through practical automation of rental operations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225998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9866948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4114" y="3639860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Relevance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4850487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Real-world application demonstrating efficiency gains over manual systems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0ED940A-E8BA-92E8-CB0C-826B11AE75C2}"/>
                  </a:ext>
                </a:extLst>
              </p14:cNvPr>
              <p14:cNvContentPartPr/>
              <p14:nvPr/>
            </p14:nvContentPartPr>
            <p14:xfrm>
              <a:off x="13164988" y="7947960"/>
              <a:ext cx="3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0ED940A-E8BA-92E8-CB0C-826B11AE75C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101988" y="7884960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612B9567-9CA5-A9A0-FB3B-7EDA300597E5}"/>
              </a:ext>
            </a:extLst>
          </p:cNvPr>
          <p:cNvSpPr/>
          <p:nvPr/>
        </p:nvSpPr>
        <p:spPr>
          <a:xfrm>
            <a:off x="12379569" y="7713784"/>
            <a:ext cx="2250831" cy="5158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/>
              <a:t>CAR RENTAL SYSTEM</a:t>
            </a:r>
            <a:endParaRPr lang="en-IN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6407944" cy="30480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3790" y="3196352"/>
            <a:ext cx="33999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Implement OOP Concepts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abstraction, encapsulation, and polymorphism in system design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022044"/>
            <a:ext cx="6408063" cy="30480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428548" y="3196352"/>
            <a:ext cx="28929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Build Modular System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686770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organized, maintainable code structure with clear separation of concerns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93790" y="5338763"/>
            <a:ext cx="37118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Simulate Real Rental System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actual car rental operations including booking and return processes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User-Friendly Design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intuitive menu-driven interface for seamless user interaction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F32802-2E54-97A7-EB2C-9C48BB155F37}"/>
              </a:ext>
            </a:extLst>
          </p:cNvPr>
          <p:cNvSpPr/>
          <p:nvPr/>
        </p:nvSpPr>
        <p:spPr>
          <a:xfrm>
            <a:off x="12391292" y="7725508"/>
            <a:ext cx="2239108" cy="5124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/>
              <a:t>CAR RENTAL SYSTEM</a:t>
            </a:r>
            <a:endParaRPr lang="en-IN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946" y="615791"/>
            <a:ext cx="5057180" cy="632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Problem Statement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7946" y="1680805"/>
            <a:ext cx="8416647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46" y="2189798"/>
            <a:ext cx="7351157" cy="52211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25608" y="2669381"/>
            <a:ext cx="3801428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Challenges with Manual Systems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625608" y="3165872"/>
            <a:ext cx="4304348" cy="202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Time-consuming paperwork and record-keeping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Prone to human errors in availability tracking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Difficult to scale operations efficiently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data accessibility and reporting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625608" y="5372219"/>
            <a:ext cx="2528530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Need for Automation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625608" y="5868710"/>
            <a:ext cx="4304348" cy="61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Streamlined processes ensuring accuracy, efficiency, and reliable data management</a:t>
            </a:r>
            <a:endParaRPr lang="en-US" sz="1550" dirty="0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8EE68588-5CD7-E57A-36EF-4B6178BDBE50}"/>
              </a:ext>
            </a:extLst>
          </p:cNvPr>
          <p:cNvSpPr/>
          <p:nvPr/>
        </p:nvSpPr>
        <p:spPr>
          <a:xfrm>
            <a:off x="12154139" y="7664273"/>
            <a:ext cx="2476262" cy="515815"/>
          </a:xfrm>
          <a:prstGeom prst="round2Diag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CAR RENTAL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9254" y="764262"/>
            <a:ext cx="7463552" cy="624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System Features &amp; Technologies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9254" y="1828681"/>
            <a:ext cx="2497693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Core Features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699254" y="2638544"/>
            <a:ext cx="3098125" cy="1811298"/>
          </a:xfrm>
          <a:prstGeom prst="roundRect">
            <a:avLst>
              <a:gd name="adj" fmla="val 6058"/>
            </a:avLst>
          </a:prstGeom>
          <a:solidFill>
            <a:srgbClr val="F3F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99254" y="2615684"/>
            <a:ext cx="3098125" cy="91440"/>
          </a:xfrm>
          <a:prstGeom prst="roundRect">
            <a:avLst>
              <a:gd name="adj" fmla="val 32778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948577" y="2338864"/>
            <a:ext cx="599361" cy="599361"/>
          </a:xfrm>
          <a:prstGeom prst="roundRect">
            <a:avLst>
              <a:gd name="adj" fmla="val 152562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128361" y="2488644"/>
            <a:ext cx="239673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921901" y="3138011"/>
            <a:ext cx="2497693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Add Cars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21901" y="3626168"/>
            <a:ext cx="2652832" cy="60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Register new vehicles with details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3973354" y="2638544"/>
            <a:ext cx="3098125" cy="1811298"/>
          </a:xfrm>
          <a:prstGeom prst="roundRect">
            <a:avLst>
              <a:gd name="adj" fmla="val 6058"/>
            </a:avLst>
          </a:prstGeom>
          <a:solidFill>
            <a:srgbClr val="F3F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973354" y="2615684"/>
            <a:ext cx="3098125" cy="91440"/>
          </a:xfrm>
          <a:prstGeom prst="roundRect">
            <a:avLst>
              <a:gd name="adj" fmla="val 32778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222677" y="2338864"/>
            <a:ext cx="599361" cy="599361"/>
          </a:xfrm>
          <a:prstGeom prst="roundRect">
            <a:avLst>
              <a:gd name="adj" fmla="val 152562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02461" y="2488644"/>
            <a:ext cx="239673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4196001" y="3138011"/>
            <a:ext cx="2497693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Display Cars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196001" y="3626168"/>
            <a:ext cx="2652832" cy="60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all available and rented vehicles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99254" y="4925497"/>
            <a:ext cx="3098125" cy="1811298"/>
          </a:xfrm>
          <a:prstGeom prst="roundRect">
            <a:avLst>
              <a:gd name="adj" fmla="val 6058"/>
            </a:avLst>
          </a:prstGeom>
          <a:solidFill>
            <a:srgbClr val="F3F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99254" y="4902637"/>
            <a:ext cx="3098125" cy="91440"/>
          </a:xfrm>
          <a:prstGeom prst="roundRect">
            <a:avLst>
              <a:gd name="adj" fmla="val 32778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948577" y="4625816"/>
            <a:ext cx="599361" cy="599361"/>
          </a:xfrm>
          <a:prstGeom prst="roundRect">
            <a:avLst>
              <a:gd name="adj" fmla="val 152562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128361" y="4775597"/>
            <a:ext cx="239673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921901" y="5424964"/>
            <a:ext cx="2497693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Rent &amp; Return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21901" y="5913120"/>
            <a:ext cx="2652832" cy="60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 booking and return operations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3973354" y="4925497"/>
            <a:ext cx="3098125" cy="1811298"/>
          </a:xfrm>
          <a:prstGeom prst="roundRect">
            <a:avLst>
              <a:gd name="adj" fmla="val 6058"/>
            </a:avLst>
          </a:prstGeom>
          <a:solidFill>
            <a:srgbClr val="F3F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973354" y="4902637"/>
            <a:ext cx="3098125" cy="91440"/>
          </a:xfrm>
          <a:prstGeom prst="roundRect">
            <a:avLst>
              <a:gd name="adj" fmla="val 32778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222677" y="4625816"/>
            <a:ext cx="599361" cy="599361"/>
          </a:xfrm>
          <a:prstGeom prst="roundRect">
            <a:avLst>
              <a:gd name="adj" fmla="val 152562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02461" y="4775597"/>
            <a:ext cx="239673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4196001" y="5424964"/>
            <a:ext cx="2497693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Menu Interface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4196001" y="5913120"/>
            <a:ext cx="2652832" cy="60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User-friendly console-based navigation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566541" y="1828681"/>
            <a:ext cx="2497693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Technology Stack</a:t>
            </a:r>
            <a:endParaRPr lang="en-US" sz="195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6541" y="2338864"/>
            <a:ext cx="399574" cy="39957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566541" y="2958346"/>
            <a:ext cx="2497693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Java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7566541" y="3446502"/>
            <a:ext cx="6372225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programming language</a:t>
            </a:r>
            <a:endParaRPr lang="en-US" sz="155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66541" y="4098965"/>
            <a:ext cx="399574" cy="399574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566541" y="4718447"/>
            <a:ext cx="2497693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Console</a:t>
            </a:r>
            <a:endParaRPr lang="en-US" sz="1950" dirty="0"/>
          </a:p>
        </p:txBody>
      </p:sp>
      <p:sp>
        <p:nvSpPr>
          <p:cNvPr id="34" name="Text 30"/>
          <p:cNvSpPr/>
          <p:nvPr/>
        </p:nvSpPr>
        <p:spPr>
          <a:xfrm>
            <a:off x="7566541" y="5206603"/>
            <a:ext cx="6372225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Text-based interface</a:t>
            </a:r>
            <a:endParaRPr lang="en-US" sz="155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6541" y="5859066"/>
            <a:ext cx="399574" cy="399574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7566541" y="6478548"/>
            <a:ext cx="2497693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IDE</a:t>
            </a:r>
            <a:endParaRPr lang="en-US" sz="1950" dirty="0"/>
          </a:p>
        </p:txBody>
      </p:sp>
      <p:sp>
        <p:nvSpPr>
          <p:cNvPr id="37" name="Text 32"/>
          <p:cNvSpPr/>
          <p:nvPr/>
        </p:nvSpPr>
        <p:spPr>
          <a:xfrm>
            <a:off x="7566541" y="6966704"/>
            <a:ext cx="6372225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VS Code / IntelliJ</a:t>
            </a:r>
            <a:endParaRPr lang="en-US" sz="15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EB63977-385E-3965-2610-A9D21AE51DE6}"/>
              </a:ext>
            </a:extLst>
          </p:cNvPr>
          <p:cNvSpPr/>
          <p:nvPr/>
        </p:nvSpPr>
        <p:spPr>
          <a:xfrm>
            <a:off x="12403015" y="7631722"/>
            <a:ext cx="2227386" cy="5978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/>
              <a:t>CAR RENTAL SYSTEM</a:t>
            </a:r>
            <a:endParaRPr lang="en-IN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46272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System Architecture &amp; UML Design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449" y="779502"/>
            <a:ext cx="566976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26098" y="89285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User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026098" y="1103948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Inputs commands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449" y="1459944"/>
            <a:ext cx="566976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6098" y="157329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Main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026098" y="1784390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Entry point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449" y="2140387"/>
            <a:ext cx="566976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026098" y="225373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CarRentalSystem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026098" y="2464832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logic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2449" y="2820829"/>
            <a:ext cx="566976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026098" y="293417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Car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4026098" y="3145274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model</a:t>
            </a:r>
            <a:endParaRPr lang="en-US" sz="8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2449" y="3501271"/>
            <a:ext cx="566976" cy="6804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026098" y="361461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Output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4026098" y="3825716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Results displayed</a:t>
            </a:r>
            <a:endParaRPr lang="en-US" sz="850" dirty="0"/>
          </a:p>
        </p:txBody>
      </p:sp>
      <p:sp>
        <p:nvSpPr>
          <p:cNvPr id="18" name="Text 11"/>
          <p:cNvSpPr/>
          <p:nvPr/>
        </p:nvSpPr>
        <p:spPr>
          <a:xfrm>
            <a:off x="3402449" y="4266724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UML Class Diagram</a:t>
            </a:r>
            <a:endParaRPr lang="en-US" sz="13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4952" y="4564380"/>
            <a:ext cx="7780377" cy="386476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165782" y="5653880"/>
            <a:ext cx="1760673" cy="220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Relationships</a:t>
            </a:r>
            <a:endParaRPr lang="en-US" sz="13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22030" y="5556554"/>
            <a:ext cx="391261" cy="391261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165782" y="7109493"/>
            <a:ext cx="1760673" cy="220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Main</a:t>
            </a:r>
            <a:endParaRPr lang="en-US" sz="13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22030" y="7012166"/>
            <a:ext cx="391261" cy="391261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703781" y="7109493"/>
            <a:ext cx="1760674" cy="220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CarRentalSystem</a:t>
            </a:r>
            <a:endParaRPr lang="en-US" sz="135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50889" y="7106069"/>
            <a:ext cx="391261" cy="391261"/>
          </a:xfrm>
          <a:prstGeom prst="rect">
            <a:avLst/>
          </a:prstGeom>
        </p:spPr>
      </p:pic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51622" y="5650579"/>
            <a:ext cx="391261" cy="391261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3704514" y="5650090"/>
            <a:ext cx="1760674" cy="220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Car</a:t>
            </a:r>
            <a:endParaRPr lang="en-US" sz="13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8A5754-B257-41B4-A91E-6E4FDF62E3F8}"/>
              </a:ext>
            </a:extLst>
          </p:cNvPr>
          <p:cNvSpPr/>
          <p:nvPr/>
        </p:nvSpPr>
        <p:spPr>
          <a:xfrm>
            <a:off x="12332677" y="7713785"/>
            <a:ext cx="2297724" cy="5158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/>
              <a:t>CAR RENTAL SYSTEM</a:t>
            </a:r>
            <a:endParaRPr lang="en-IN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0338"/>
            <a:ext cx="107113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Object-Oriented Programming Concepts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12745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20604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Abstraction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62997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Hide complex implementation details, expose only essential functionality through method interfaces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912745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655362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Encapsulation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3629978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Private data members with controlled access via public methods ensuring data integrity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09411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20604" y="5036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Polymorphism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5526643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Method overloading for flexible car management operations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809411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655362" y="5036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Inheritance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5362" y="5526643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 scope: Extend Car class for different vehicle types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7BD710-C23E-4B04-3024-F089C1519795}"/>
              </a:ext>
            </a:extLst>
          </p:cNvPr>
          <p:cNvSpPr/>
          <p:nvPr/>
        </p:nvSpPr>
        <p:spPr>
          <a:xfrm>
            <a:off x="12250615" y="7713785"/>
            <a:ext cx="2425982" cy="5158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/>
              <a:t>CAR RENTAL SYSTEM</a:t>
            </a:r>
            <a:endParaRPr lang="en-IN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3926" y="880110"/>
            <a:ext cx="5271611" cy="405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System Working &amp; Implementation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7307461" y="1434584"/>
            <a:ext cx="15240" cy="3600688"/>
          </a:xfrm>
          <a:prstGeom prst="roundRect">
            <a:avLst>
              <a:gd name="adj" fmla="val 127846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794659" y="1573054"/>
            <a:ext cx="389573" cy="15240"/>
          </a:xfrm>
          <a:prstGeom prst="roundRect">
            <a:avLst>
              <a:gd name="adj" fmla="val 127846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68991" y="1434584"/>
            <a:ext cx="292179" cy="292179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217688" y="1458932"/>
            <a:ext cx="194786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42178" y="1479233"/>
            <a:ext cx="1623536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Start Program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3926" y="1726763"/>
            <a:ext cx="3831788" cy="163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5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Initialise system and data structures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45931" y="2241233"/>
            <a:ext cx="389573" cy="15240"/>
          </a:xfrm>
          <a:prstGeom prst="roundRect">
            <a:avLst>
              <a:gd name="adj" fmla="val 127846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168991" y="2102763"/>
            <a:ext cx="292179" cy="292179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217688" y="2127111"/>
            <a:ext cx="194786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64448" y="2147411"/>
            <a:ext cx="1623536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Display Menu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64448" y="2394942"/>
            <a:ext cx="3831908" cy="163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 available operations to user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94659" y="2857381"/>
            <a:ext cx="389573" cy="15240"/>
          </a:xfrm>
          <a:prstGeom prst="roundRect">
            <a:avLst>
              <a:gd name="adj" fmla="val 127846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168991" y="2718911"/>
            <a:ext cx="292179" cy="292179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217688" y="2743260"/>
            <a:ext cx="194786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42178" y="2763560"/>
            <a:ext cx="1623536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Take Input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833926" y="3011091"/>
            <a:ext cx="3831788" cy="163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5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user choice and parameters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45931" y="3473648"/>
            <a:ext cx="389573" cy="15240"/>
          </a:xfrm>
          <a:prstGeom prst="roundRect">
            <a:avLst>
              <a:gd name="adj" fmla="val 127846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168991" y="3335179"/>
            <a:ext cx="292179" cy="292179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217688" y="3359527"/>
            <a:ext cx="194786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64448" y="3379827"/>
            <a:ext cx="1623536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Execute Operation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64448" y="3627358"/>
            <a:ext cx="3831908" cy="163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 selected action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94659" y="4089916"/>
            <a:ext cx="389573" cy="15240"/>
          </a:xfrm>
          <a:prstGeom prst="roundRect">
            <a:avLst>
              <a:gd name="adj" fmla="val 127846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168991" y="3951446"/>
            <a:ext cx="292179" cy="292179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217688" y="3975795"/>
            <a:ext cx="194786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42178" y="3996095"/>
            <a:ext cx="1623536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Repeat or Exit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833926" y="4243626"/>
            <a:ext cx="3831788" cy="163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5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 loop or terminate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33926" y="5146834"/>
            <a:ext cx="1948339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Sample Interaction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833926" y="5576173"/>
            <a:ext cx="1623536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Menu Display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833926" y="5862757"/>
            <a:ext cx="4322802" cy="1403033"/>
          </a:xfrm>
          <a:prstGeom prst="roundRect">
            <a:avLst>
              <a:gd name="adj" fmla="val 1389"/>
            </a:avLst>
          </a:prstGeom>
          <a:solidFill>
            <a:srgbClr val="E6E6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827496" y="5862757"/>
            <a:ext cx="4335661" cy="1403033"/>
          </a:xfrm>
          <a:prstGeom prst="roundRect">
            <a:avLst>
              <a:gd name="adj" fmla="val 1389"/>
            </a:avLst>
          </a:prstGeom>
          <a:solidFill>
            <a:srgbClr val="E6E6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989778" y="5992535"/>
            <a:ext cx="4011097" cy="1143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735C0F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1. Add Car
2. Display All Cars
3. Display Available Cars
4. Rent Car
5. Return Car
6. Exit
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81054" y="5576173"/>
            <a:ext cx="192988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Testing &amp; Error Handling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481054" y="5853470"/>
            <a:ext cx="4322802" cy="731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 inputs: Normal operation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Invalid inputs: Graceful error messages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Edge cases: Empty lists, unavailable cars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 validation: Data type checking</a:t>
            </a:r>
            <a:endParaRPr lang="en-US" sz="10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423EEF3-CFA9-C221-CFE1-83E99D506ECA}"/>
              </a:ext>
            </a:extLst>
          </p:cNvPr>
          <p:cNvSpPr/>
          <p:nvPr/>
        </p:nvSpPr>
        <p:spPr>
          <a:xfrm>
            <a:off x="12438185" y="7748954"/>
            <a:ext cx="2192215" cy="4806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/>
              <a:t>CAR RENTAL SYSTEM</a:t>
            </a:r>
            <a:endParaRPr lang="en-IN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3913" y="866418"/>
            <a:ext cx="9063633" cy="587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Advantages, Limitations &amp; Enhancements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823913" y="1844397"/>
            <a:ext cx="2351842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Advantages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23913" y="2413635"/>
            <a:ext cx="94059" cy="94059"/>
          </a:xfrm>
          <a:prstGeom prst="roundRect">
            <a:avLst>
              <a:gd name="adj" fmla="val 486078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73944" y="2313742"/>
            <a:ext cx="2351842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Easy to Use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073944" y="2763560"/>
            <a:ext cx="3726656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Intuitive menu-driven interface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3913" y="3450788"/>
            <a:ext cx="94059" cy="94059"/>
          </a:xfrm>
          <a:prstGeom prst="roundRect">
            <a:avLst>
              <a:gd name="adj" fmla="val 486078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73944" y="3350895"/>
            <a:ext cx="2351842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Reduced Errors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073944" y="3800713"/>
            <a:ext cx="3726656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validation and checks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3913" y="4487942"/>
            <a:ext cx="94059" cy="94059"/>
          </a:xfrm>
          <a:prstGeom prst="roundRect">
            <a:avLst>
              <a:gd name="adj" fmla="val 486078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73944" y="4388048"/>
            <a:ext cx="2351842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OOP Practice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073944" y="4837867"/>
            <a:ext cx="3726656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Real-world application of concepts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267087" y="1844397"/>
            <a:ext cx="2351842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Limitations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5267087" y="2413635"/>
            <a:ext cx="94059" cy="94059"/>
          </a:xfrm>
          <a:prstGeom prst="roundRect">
            <a:avLst>
              <a:gd name="adj" fmla="val 486078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517118" y="2313742"/>
            <a:ext cx="2351842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No Database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5517118" y="2763560"/>
            <a:ext cx="3726656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stored in memory only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267087" y="3450788"/>
            <a:ext cx="94059" cy="94059"/>
          </a:xfrm>
          <a:prstGeom prst="roundRect">
            <a:avLst>
              <a:gd name="adj" fmla="val 486078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517118" y="3350895"/>
            <a:ext cx="2351842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No GUI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5517118" y="3800713"/>
            <a:ext cx="3726656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Console-based interface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267087" y="4487942"/>
            <a:ext cx="94059" cy="94059"/>
          </a:xfrm>
          <a:prstGeom prst="roundRect">
            <a:avLst>
              <a:gd name="adj" fmla="val 486078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517118" y="4388048"/>
            <a:ext cx="2351842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Small Scale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5517118" y="4837867"/>
            <a:ext cx="3726656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Single-user application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710261" y="1844397"/>
            <a:ext cx="2388989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Future Enhancements</a:t>
            </a:r>
            <a:endParaRPr lang="en-US" sz="1850" dirty="0"/>
          </a:p>
        </p:txBody>
      </p:sp>
      <p:sp>
        <p:nvSpPr>
          <p:cNvPr id="24" name="Shape 22"/>
          <p:cNvSpPr/>
          <p:nvPr/>
        </p:nvSpPr>
        <p:spPr>
          <a:xfrm>
            <a:off x="9710261" y="2413635"/>
            <a:ext cx="94059" cy="94059"/>
          </a:xfrm>
          <a:prstGeom prst="roundRect">
            <a:avLst>
              <a:gd name="adj" fmla="val 486078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960293" y="2313742"/>
            <a:ext cx="2351842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Database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9960293" y="2763560"/>
            <a:ext cx="3861078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Persistent data storage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9710261" y="3450788"/>
            <a:ext cx="94059" cy="94059"/>
          </a:xfrm>
          <a:prstGeom prst="roundRect">
            <a:avLst>
              <a:gd name="adj" fmla="val 486078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960293" y="3350895"/>
            <a:ext cx="2351842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GUI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9960293" y="3800713"/>
            <a:ext cx="3861078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JavaFX/Swing interface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9710261" y="4487942"/>
            <a:ext cx="94059" cy="94059"/>
          </a:xfrm>
          <a:prstGeom prst="roundRect">
            <a:avLst>
              <a:gd name="adj" fmla="val 486078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960293" y="4388048"/>
            <a:ext cx="2351842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Login System</a:t>
            </a:r>
            <a:endParaRPr lang="en-US" sz="1850" dirty="0"/>
          </a:p>
        </p:txBody>
      </p:sp>
      <p:sp>
        <p:nvSpPr>
          <p:cNvPr id="32" name="Text 30"/>
          <p:cNvSpPr/>
          <p:nvPr/>
        </p:nvSpPr>
        <p:spPr>
          <a:xfrm>
            <a:off x="9960293" y="4837867"/>
            <a:ext cx="3861078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authentication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9710261" y="5525095"/>
            <a:ext cx="94059" cy="94059"/>
          </a:xfrm>
          <a:prstGeom prst="roundRect">
            <a:avLst>
              <a:gd name="adj" fmla="val 486078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960293" y="5425202"/>
            <a:ext cx="2351842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Online Booking</a:t>
            </a:r>
            <a:endParaRPr lang="en-US" sz="1850" dirty="0"/>
          </a:p>
        </p:txBody>
      </p:sp>
      <p:sp>
        <p:nvSpPr>
          <p:cNvPr id="35" name="Text 33"/>
          <p:cNvSpPr/>
          <p:nvPr/>
        </p:nvSpPr>
        <p:spPr>
          <a:xfrm>
            <a:off x="9960293" y="5875020"/>
            <a:ext cx="3861078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Web-based platform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823913" y="6559868"/>
            <a:ext cx="2351842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850" dirty="0"/>
          </a:p>
        </p:txBody>
      </p:sp>
      <p:sp>
        <p:nvSpPr>
          <p:cNvPr id="37" name="Text 35"/>
          <p:cNvSpPr/>
          <p:nvPr/>
        </p:nvSpPr>
        <p:spPr>
          <a:xfrm>
            <a:off x="823913" y="7087791"/>
            <a:ext cx="12982456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sz="14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BB72731-E0A4-3AA8-4E0F-172282C52EEB}"/>
              </a:ext>
            </a:extLst>
          </p:cNvPr>
          <p:cNvSpPr/>
          <p:nvPr/>
        </p:nvSpPr>
        <p:spPr>
          <a:xfrm>
            <a:off x="12473354" y="7772400"/>
            <a:ext cx="2157046" cy="5281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/>
              <a:t>CAR RENTAL SYSTEM</a:t>
            </a:r>
            <a:endParaRPr lang="en-IN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55" y="1026795"/>
            <a:ext cx="4486632" cy="560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Conclusion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28055" y="1800463"/>
            <a:ext cx="3872984" cy="1541264"/>
          </a:xfrm>
          <a:prstGeom prst="roundRect">
            <a:avLst>
              <a:gd name="adj" fmla="val 1747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830342" y="2002750"/>
            <a:ext cx="224325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Project Success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30342" y="2368272"/>
            <a:ext cx="3468410" cy="77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 working system implementing all core rental operations with robust error handling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642961" y="1800463"/>
            <a:ext cx="3872984" cy="1541264"/>
          </a:xfrm>
          <a:prstGeom prst="roundRect">
            <a:avLst>
              <a:gd name="adj" fmla="val 1747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845248" y="2002750"/>
            <a:ext cx="224325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Learning Outcomes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45248" y="2368272"/>
            <a:ext cx="3468410" cy="77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Mastered OOP principles, developed problem-solving skills, gained practical experience in system design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8055" y="3483650"/>
            <a:ext cx="7887891" cy="1027152"/>
          </a:xfrm>
          <a:prstGeom prst="roundRect">
            <a:avLst>
              <a:gd name="adj" fmla="val 2621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30342" y="3685937"/>
            <a:ext cx="238065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Foundation for Growth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30342" y="4051459"/>
            <a:ext cx="7483316" cy="257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Scalable architecture ready for future enhancements and real-world deployment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8055" y="4760099"/>
            <a:ext cx="7887891" cy="30004"/>
          </a:xfrm>
          <a:prstGeom prst="rect">
            <a:avLst/>
          </a:prstGeom>
          <a:solidFill>
            <a:srgbClr val="39393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28055" y="4949666"/>
            <a:ext cx="7887891" cy="257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8055" y="5419606"/>
            <a:ext cx="7887891" cy="1121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00"/>
              </a:lnSpc>
              <a:buNone/>
            </a:pPr>
            <a:r>
              <a:rPr lang="en-US" sz="70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 Thank You</a:t>
            </a:r>
            <a:endParaRPr lang="en-US" sz="7050" dirty="0"/>
          </a:p>
        </p:txBody>
      </p:sp>
      <p:sp>
        <p:nvSpPr>
          <p:cNvPr id="16" name="Text 13"/>
          <p:cNvSpPr/>
          <p:nvPr/>
        </p:nvSpPr>
        <p:spPr>
          <a:xfrm>
            <a:off x="628055" y="6754177"/>
            <a:ext cx="3589258" cy="448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534</Words>
  <Application>Microsoft Office PowerPoint</Application>
  <PresentationFormat>Custom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Consolas</vt:lpstr>
      <vt:lpstr>Open Sans</vt:lpstr>
      <vt:lpstr>Arial</vt:lpstr>
      <vt:lpstr>Playfair Display Light</vt:lpstr>
      <vt:lpstr>Playfair Display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Biswajit_8145</dc:creator>
  <cp:lastModifiedBy>BISWAJIT KUNDU</cp:lastModifiedBy>
  <cp:revision>2</cp:revision>
  <dcterms:created xsi:type="dcterms:W3CDTF">2026-03-29T14:35:07Z</dcterms:created>
  <dcterms:modified xsi:type="dcterms:W3CDTF">2026-03-29T14:49:25Z</dcterms:modified>
</cp:coreProperties>
</file>